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p="http://schemas.openxmlformats.org/presentationml/2006/main" xmlns:a="http://schemas.openxmlformats.org/drawingml/2006/main">
        <p:nvSpPr>
          <p:cNvPr id="9003" name="레이아웃 안내 문구"/>
          <p:cNvSpPr/>
          <p:nvPr/>
        </p:nvSpPr>
        <p:spPr>
          <a:xfrm>
            <a:off x="3600000" y="6120000"/>
            <a:ext cx="324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레이아웃 문구</a:t>
            </a:r>
          </a:p>
        </p:txBody>
      </p:sp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a="http://schemas.openxmlformats.org/drawingml/2006/main" xmlns:p="http://schemas.openxmlformats.org/presentationml/2006/main">
        <p:nvSpPr>
          <p:cNvPr id="9001" name="공유 안내 문구"/>
          <p:cNvSpPr/>
          <p:nvPr/>
        </p:nvSpPr>
        <p:spPr>
          <a:xfrm>
            <a:off x="360000" y="6120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공유 마스터 문구</a:t>
            </a:r>
          </a:p>
        </p:txBody>
      </p:sp>
      <p:sp xmlns:a="http://schemas.openxmlformats.org/drawingml/2006/main" xmlns:p="http://schemas.openxmlformats.org/presentationml/2006/main">
        <p:nvSpPr>
          <p:cNvPr id="9002" name="공유 색상 띠"/>
          <p:cNvSpPr/>
          <p:nvPr/>
        </p:nvSpPr>
        <p:spPr>
          <a:xfrm>
            <a:off x="7920000" y="6120000"/>
            <a:ext cx="72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/>
            </a:r>
          </a:p>
        </p:txBody>
      </p:sp>
      <p:grpSp>
        <p:nvGrpSpPr>
          <p:cNvPr id="9100" name="공유 그룹 보존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9101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D7192F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>
                  <a:solidFill>
                    <a:srgbClr val="D7192F"/>
                  </a:solidFill>
                  <a:latin typeface="맑은 고딕"/>
                  <a:ea typeface="맑은 고딕"/>
                  <a:cs typeface="맑은 고딕"/>
                </a:rPr>
                <a:t>도형 </a:t>
              </a:r>
              <a:r>
                <a:rPr lang="en-US" altLang="ko-KR">
                  <a:solidFill>
                    <a:srgbClr val="D7192F"/>
                  </a:solidFill>
                  <a:latin typeface="맑은 고딕"/>
                  <a:ea typeface="맑은 고딕"/>
                  <a:cs typeface="맑은 고딕"/>
                </a:rPr>
                <a:t>A</a:t>
              </a:r>
              <a:endParaRPr lang="ko-KR" altLang="en-US">
                <a:solidFill>
                  <a:srgbClr val="D7192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9102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00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01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02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03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4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5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  <p:grpSp>
        <p:nvGrpSpPr>
          <p:cNvPr id="10006" name="화면 밖 공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-910800" y="1905000"/>
            <a:ext cx="1905000" cy="2159000"/>
            <a:chOff x="5969000" y="1905000"/>
            <a:chExt cx="1905000" cy="2159000"/>
          </a:xfrm>
        </p:grpSpPr>
        <p:sp>
          <p:nvSpPr>
            <p:cNvPr id="10007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8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09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10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11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12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3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4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  <p:grpSp>
        <p:nvGrpSpPr>
          <p:cNvPr id="10015" name="축소된 공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952500" cy="2159000"/>
            <a:chOff x="5969000" y="1905000"/>
            <a:chExt cx="1905000" cy="2159000"/>
          </a:xfrm>
        </p:grpSpPr>
        <p:sp>
          <p:nvSpPr>
            <p:cNvPr id="10016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7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18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19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20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21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22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23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4000" b="1">
                <a:latin typeface="Pretendard"/>
                <a:ea typeface="Pretendard"/>
                <a:cs typeface="Pretendard"/>
              </a:defRPr>
            </a:pPr>
            <a:r>
              <a:rPr lang="ko-KR" altLang="en-US" sz="4000" b="1">
                <a:latin typeface="Pretendard"/>
                <a:ea typeface="Pretendard"/>
                <a:cs typeface="Pretendard"/>
              </a:rPr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기존 제안서 내용을 유지합니다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제목과 본문에 새 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Skill</a:t>
            </a:r>
            <a:r>
              <a:rPr lang="ko-KR" altLang="en-US" sz="1400" b="0">
                <a:latin typeface="Pretendard"/>
                <a:ea typeface="Pretendard"/>
                <a:cs typeface="Pretendard"/>
              </a:rPr>
              <a:t>을 적용합니다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  <a:endParaRPr lang="ko-KR" altLang="en-US" sz="1400" b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병합 머리글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 hMerge="1"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endParaRPr sz="1100" b="1">
                        <a:solidFill>
                          <a:srgbClr val="26334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1-3</a:t>
                      </a:r>
                      <a:endParaRPr lang="ko-KR" altLang="en-US" sz="1100" b="1">
                        <a:solidFill>
                          <a:srgbClr val="26334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2-3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3-3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