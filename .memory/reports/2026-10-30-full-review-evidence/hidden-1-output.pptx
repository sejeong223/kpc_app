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6" r:id="rId4"/>
    <p:sldId id="259" r:id="rId5"/>
  </p:sld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원본 데이터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EC-476E-9ACF-8926E226802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2432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9B5D2D-145A-2F4B-000C-C8BF2D397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963451-A361-D183-62E4-06FA04A45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528016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7504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>
            <a:extLst>
              <a:ext uri="{FF2B5EF4-FFF2-40B4-BE49-F238E27FC236}">
                <a16:creationId xmlns:a16="http://schemas.microsoft.com/office/drawing/2014/main" id="{AD08F7C6-4C74-BD53-2E89-31B48343A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상속된 레이아웃 테스트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D558BA-4A6D-387C-AA7D-D70FD0CE4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</p:spPr>
        <p:txBody>
          <a:bodyPr>
            <a:no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defRPr sz="1400" b="0">
                <a:latin typeface="Pretendard"/>
                <a:ea typeface="Pretendard"/>
                <a:cs typeface="Pretendard"/>
              </a:defRPr>
            </a:pPr>
            <a:r>
              <a:rPr lang="ko-KR" altLang="en-US" sz="1400" b="0">
                <a:latin typeface="Pretendard"/>
                <a:ea typeface="Pretendard"/>
                <a:cs typeface="Pretendard"/>
              </a:rPr>
              <a:t>기존 제안서 내용을 유지합니다</a:t>
            </a:r>
            <a:r>
              <a:rPr lang="en-US" altLang="ko-KR" sz="1400" b="0">
                <a:latin typeface="Pretendard"/>
                <a:ea typeface="Pretendard"/>
                <a:cs typeface="Pretendard"/>
              </a:rPr>
              <a:t>.</a:t>
            </a:r>
          </a:p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defRPr sz="1400" b="0">
                <a:latin typeface="Pretendard"/>
                <a:ea typeface="Pretendard"/>
                <a:cs typeface="Pretendard"/>
              </a:defRPr>
            </a:pPr>
            <a:r>
              <a:rPr lang="ko-KR" altLang="en-US" sz="1400" b="0">
                <a:latin typeface="Pretendard"/>
                <a:ea typeface="Pretendard"/>
                <a:cs typeface="Pretendard"/>
              </a:rPr>
              <a:t>제목과 본문에 새 </a:t>
            </a:r>
            <a:r>
              <a:rPr lang="en-US" altLang="ko-KR" sz="1400" b="0">
                <a:latin typeface="Pretendard"/>
                <a:ea typeface="Pretendard"/>
                <a:cs typeface="Pretendard"/>
              </a:rPr>
              <a:t>Skill</a:t>
            </a:r>
            <a:r>
              <a:rPr lang="ko-KR" altLang="en-US" sz="1400" b="0">
                <a:latin typeface="Pretendard"/>
                <a:ea typeface="Pretendard"/>
                <a:cs typeface="Pretendard"/>
              </a:rPr>
              <a:t>을 적용합니다</a:t>
            </a:r>
            <a:r>
              <a:rPr lang="en-US" altLang="ko-KR" sz="1400" b="0">
                <a:latin typeface="Pretendard"/>
                <a:ea typeface="Pretendard"/>
                <a:cs typeface="Pretendard"/>
              </a:rPr>
              <a:t>.</a:t>
            </a:r>
            <a:endParaRPr lang="ko-KR" altLang="en-US" sz="1400" b="0"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4000657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>
            <a:extLst>
              <a:ext uri="{FF2B5EF4-FFF2-40B4-BE49-F238E27FC236}">
                <a16:creationId xmlns:a16="http://schemas.microsoft.com/office/drawing/2014/main" id="{C5A8F2E6-E8B5-5420-82A7-E9D58F15757B}"/>
              </a:ext>
            </a:extLst>
          </p:cNvPr>
          <p:cNvSpPr txBox="1"/>
          <p:nvPr/>
        </p:nvSpPr>
        <p:spPr>
          <a:xfrm>
            <a:off x="508000" y="444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일반 표 서식 테스트</a:t>
            </a:r>
          </a:p>
        </p:txBody>
      </p:sp>
      <p:graphicFrame>
        <p:nvGraphicFramePr>
          <p:cNvPr id="3" name="일반 표">
            <a:extLst>
              <a:ext uri="{FF2B5EF4-FFF2-40B4-BE49-F238E27FC236}">
                <a16:creationId xmlns:a16="http://schemas.microsoft.com/office/drawing/2014/main" id="{98956DE1-7508-8C59-A80A-FA6DD38D71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83949"/>
              </p:ext>
            </p:extLst>
          </p:nvPr>
        </p:nvGraphicFramePr>
        <p:xfrm>
          <a:off x="508000" y="1778000"/>
          <a:ext cx="81280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92990217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82649770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66868839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금액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259907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2-1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2-2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2000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7889737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3-1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3-2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3000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413582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4-1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4-2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4000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676133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5-1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5-2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5000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2050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4232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원본 차트"/>
          <p:cNvGraphicFramePr/>
          <p:nvPr/>
        </p:nvGraphicFramePr>
        <p:xfrm>
          <a:off x="502920" y="1783080"/>
          <a:ext cx="48463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제목">
            <a:extLst>
              <a:ext uri="{FF2B5EF4-FFF2-40B4-BE49-F238E27FC236}">
                <a16:creationId xmlns:a16="http://schemas.microsoft.com/office/drawing/2014/main" id="{A82DF727-D84A-D674-700B-95B9796B1BF4}"/>
              </a:ext>
            </a:extLst>
          </p:cNvPr>
          <p:cNvSpPr txBox="1"/>
          <p:nvPr/>
        </p:nvSpPr>
        <p:spPr>
          <a:xfrm>
            <a:off x="508000" y="317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보존 대상</a:t>
            </a:r>
            <a:r>
              <a:rPr lang="en-US" altLang="ko-KR" sz="2800"/>
              <a:t>: </a:t>
            </a:r>
            <a:r>
              <a:rPr lang="ko-KR" altLang="en-US" sz="2800"/>
              <a:t>차트와 그룹</a:t>
            </a:r>
          </a:p>
        </p:txBody>
      </p:sp>
      <p:grpSp>
        <p:nvGrpSpPr>
          <p:cNvPr id="6" name="유지할 그룹">
            <a:extLst>
              <a:ext uri="{FF2B5EF4-FFF2-40B4-BE49-F238E27FC236}">
                <a16:creationId xmlns:a16="http://schemas.microsoft.com/office/drawing/2014/main" id="{11B73ABC-9012-DEA6-6828-38A6A02CD85C}"/>
              </a:ext>
            </a:extLst>
          </p:cNvPr>
          <p:cNvGrpSpPr/>
          <p:nvPr/>
        </p:nvGrpSpPr>
        <p:grpSpPr>
          <a:xfrm>
            <a:off x="5969000" y="1905000"/>
            <a:ext cx="1905000" cy="2159000"/>
            <a:chOff x="5969000" y="1905000"/>
            <a:chExt cx="1905000" cy="2159000"/>
          </a:xfrm>
        </p:grpSpPr>
        <p:sp>
          <p:nvSpPr>
            <p:cNvPr id="4" name="그룹 사각형">
              <a:extLst>
                <a:ext uri="{FF2B5EF4-FFF2-40B4-BE49-F238E27FC236}">
                  <a16:creationId xmlns:a16="http://schemas.microsoft.com/office/drawing/2014/main" id="{CB01CC58-042D-9BD1-CD7D-E9B814D70619}"/>
                </a:ext>
              </a:extLst>
            </p:cNvPr>
            <p:cNvSpPr/>
            <p:nvPr/>
          </p:nvSpPr>
          <p:spPr>
            <a:xfrm>
              <a:off x="5969000" y="1905000"/>
              <a:ext cx="1905000" cy="889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A</a:t>
              </a:r>
              <a:endParaRPr lang="ko-KR" altLang="en-US"/>
            </a:p>
          </p:txBody>
        </p:sp>
        <p:sp>
          <p:nvSpPr>
            <p:cNvPr id="5" name="그룹 원">
              <a:extLst>
                <a:ext uri="{FF2B5EF4-FFF2-40B4-BE49-F238E27FC236}">
                  <a16:creationId xmlns:a16="http://schemas.microsoft.com/office/drawing/2014/main" id="{3E994859-21B1-E902-41BB-BB33F07CDCF2}"/>
                </a:ext>
              </a:extLst>
            </p:cNvPr>
            <p:cNvSpPr/>
            <p:nvPr/>
          </p:nvSpPr>
          <p:spPr>
            <a:xfrm>
              <a:off x="6223000" y="3175000"/>
              <a:ext cx="1397000" cy="889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B</a:t>
              </a:r>
              <a:endParaRPr lang="ko-KR" altLang="en-US"/>
            </a:p>
          </p:txBody>
        </p:sp>
      </p:grpSp>
      <p:sp>
        <p:nvSpPr>
          <p:cNvPr id="7" name="회전 텍스트">
            <a:extLst>
              <a:ext uri="{FF2B5EF4-FFF2-40B4-BE49-F238E27FC236}">
                <a16:creationId xmlns:a16="http://schemas.microsoft.com/office/drawing/2014/main" id="{99C88CDA-9270-B3EE-4D05-886AE1D654CB}"/>
              </a:ext>
            </a:extLst>
          </p:cNvPr>
          <p:cNvSpPr txBox="1"/>
          <p:nvPr/>
        </p:nvSpPr>
        <p:spPr>
          <a:xfrm rot="900000">
            <a:off x="5969000" y="4699000"/>
            <a:ext cx="1905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/>
              <a:t>회전 유지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>
            <a:extLst>
              <a:ext uri="{FF2B5EF4-FFF2-40B4-BE49-F238E27FC236}">
                <a16:creationId xmlns:a16="http://schemas.microsoft.com/office/drawing/2014/main" id="{77B829B2-5866-D9BB-EF4B-F95BCEB7119C}"/>
              </a:ext>
            </a:extLst>
          </p:cNvPr>
          <p:cNvSpPr txBox="1"/>
          <p:nvPr/>
        </p:nvSpPr>
        <p:spPr>
          <a:xfrm>
            <a:off x="508000" y="317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병합 표</a:t>
            </a:r>
            <a:r>
              <a:rPr lang="en-US" altLang="ko-KR" sz="2800"/>
              <a:t>: </a:t>
            </a:r>
            <a:r>
              <a:rPr lang="ko-KR" altLang="en-US" sz="2800"/>
              <a:t>구조 보존</a:t>
            </a:r>
          </a:p>
        </p:txBody>
      </p:sp>
      <p:graphicFrame>
        <p:nvGraphicFramePr>
          <p:cNvPr id="3" name="병합 표">
            <a:extLst>
              <a:ext uri="{FF2B5EF4-FFF2-40B4-BE49-F238E27FC236}">
                <a16:creationId xmlns:a16="http://schemas.microsoft.com/office/drawing/2014/main" id="{E549F8BE-101C-FE48-BB4A-55EBB416BC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645820"/>
              </p:ext>
            </p:extLst>
          </p:nvPr>
        </p:nvGraphicFramePr>
        <p:xfrm>
          <a:off x="508000" y="1905000"/>
          <a:ext cx="81280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7243381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33670923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080912417"/>
                    </a:ext>
                  </a:extLst>
                </a:gridCol>
              </a:tblGrid>
              <a:tr h="1016000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병합 머리글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1-3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624428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2-1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2-2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2-3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3942258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3-1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3-2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3-3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582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205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</Words>
  <Application>Microsoft Office PowerPoint</Application>
  <PresentationFormat>사용자 지정</PresentationFormat>
  <Paragraphs>33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상속된 레이아웃 테스트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남궁광현</cp:lastModifiedBy>
  <cp:revision>2</cp:revision>
  <dcterms:created xsi:type="dcterms:W3CDTF">2026-10-26T04:34:58Z</dcterms:created>
  <dcterms:modified xsi:type="dcterms:W3CDTF">2026-10-26T04:35:01Z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3bd0392-dcfb-4a26-b7e3-b48f37756ae8_Enabled">
    <vt:lpwstr>true</vt:lpwstr>
  </property>
  <property fmtid="{D5CDD505-2E9C-101B-9397-08002B2CF9AE}" pid="3" name="MSIP_Label_43bd0392-dcfb-4a26-b7e3-b48f37756ae8_SetDate">
    <vt:lpwstr>2026-10-26T04:35:01Z</vt:lpwstr>
  </property>
  <property fmtid="{D5CDD505-2E9C-101B-9397-08002B2CF9AE}" pid="4" name="MSIP_Label_43bd0392-dcfb-4a26-b7e3-b48f37756ae8_Method">
    <vt:lpwstr>Standard</vt:lpwstr>
  </property>
  <property fmtid="{D5CDD505-2E9C-101B-9397-08002B2CF9AE}" pid="5" name="MSIP_Label_43bd0392-dcfb-4a26-b7e3-b48f37756ae8_Name">
    <vt:lpwstr>defa4170-0d19-0005-0004-bc88714345d2</vt:lpwstr>
  </property>
  <property fmtid="{D5CDD505-2E9C-101B-9397-08002B2CF9AE}" pid="6" name="MSIP_Label_43bd0392-dcfb-4a26-b7e3-b48f37756ae8_SiteId">
    <vt:lpwstr>69c1e470-4528-435a-a1ae-de98e0aac738</vt:lpwstr>
  </property>
  <property fmtid="{D5CDD505-2E9C-101B-9397-08002B2CF9AE}" pid="7" name="MSIP_Label_43bd0392-dcfb-4a26-b7e3-b48f37756ae8_ActionId">
    <vt:lpwstr>f4a4792c-58f6-48c7-80a1-51946c909d4d</vt:lpwstr>
  </property>
  <property fmtid="{D5CDD505-2E9C-101B-9397-08002B2CF9AE}" pid="8" name="MSIP_Label_43bd0392-dcfb-4a26-b7e3-b48f37756ae8_ContentBits">
    <vt:lpwstr>0</vt:lpwstr>
  </property>
  <property fmtid="{D5CDD505-2E9C-101B-9397-08002B2CF9AE}" pid="9" name="MSIP_Label_43bd0392-dcfb-4a26-b7e3-b48f37756ae8_Tag">
    <vt:lpwstr>10, 3, 0, 1</vt:lpwstr>
  </property>
</Properties>
</file>