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true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4000" b="1">
                <a:latin typeface="Pretendard"/>
                <a:ea typeface="Pretendard"/>
                <a:cs typeface="Pretendard"/>
              </a:defRPr>
            </a:pPr>
            <a:r>
              <a:rPr lang="ko-KR" altLang="en-US" sz="4000" b="1">
                <a:latin typeface="Pretendard"/>
                <a:ea typeface="Pretendard"/>
                <a:cs typeface="Pretendard"/>
              </a:rPr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기존 제안서 내용을 유지합니다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제목과 본문에 새 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Skill</a:t>
            </a:r>
            <a:r>
              <a:rPr lang="ko-KR" altLang="en-US" sz="1400" b="0">
                <a:latin typeface="Pretendard"/>
                <a:ea typeface="Pretendard"/>
                <a:cs typeface="Pretendard"/>
              </a:rPr>
              <a:t>을 적용합니다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  <a:endParaRPr lang="ko-KR" altLang="en-US" sz="1400" b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