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173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설명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1">
                          <a:solidFill>
                            <a:srgbClr val="263345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금액</a:t>
                      </a:r>
                    </a:p>
                  </a:txBody>
                  <a:tcPr marT="54000" marB="54000" marL="90000" marR="90000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2000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3000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4000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346350"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5-1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ko-KR" altLang="en-US" sz="1100" b="0">
                          <a:latin typeface="Pretendard"/>
                          <a:ea typeface="Pretendard"/>
                          <a:cs typeface="Pretendard"/>
                        </a:rPr>
                        <a:t>검증 </a:t>
                      </a: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5-2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tc>
                  <a:txBody>
                    <a:bodyPr>
                      <a:noAutofit/>
                    </a:bodyPr>
                    <a:lstStyle/>
                    <a:p>
                      <a:pPr latinLnBrk="1" algn="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defRPr sz="1100" b="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lang="en-US" altLang="ko-KR" sz="1100" b="0">
                          <a:latin typeface="Pretendard"/>
                          <a:ea typeface="Pretendard"/>
                          <a:cs typeface="Pretendard"/>
                        </a:rPr>
                        <a:t>5000</a:t>
                      </a:r>
                      <a:endParaRPr lang="ko-KR" altLang="en-US" sz="11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T="54000" marB="54000" marL="90000" marR="90000"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