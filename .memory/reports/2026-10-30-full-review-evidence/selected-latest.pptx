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defRPr sz="4000" b="1">
                <a:latin typeface="Pretendard"/>
                <a:ea typeface="Pretendard"/>
                <a:cs typeface="Pretendard"/>
              </a:defRPr>
            </a:pPr>
            <a:r>
              <a:rPr lang="ko-KR" altLang="en-US" sz="4000" b="1">
                <a:latin typeface="Pretendard"/>
                <a:ea typeface="Pretendard"/>
                <a:cs typeface="Pretendard"/>
              </a:rPr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defRPr sz="1400" b="0">
                <a:latin typeface="Pretendard"/>
                <a:ea typeface="Pretendard"/>
                <a:cs typeface="Pretendard"/>
              </a:defRPr>
            </a:pPr>
            <a:r>
              <a:rPr lang="ko-KR" altLang="en-US" sz="1400" b="0">
                <a:latin typeface="Pretendard"/>
                <a:ea typeface="Pretendard"/>
                <a:cs typeface="Pretendard"/>
              </a:rPr>
              <a:t>기존 제안서 내용을 유지합니다</a:t>
            </a:r>
            <a:r>
              <a:rPr lang="en-US" altLang="ko-KR" sz="1400" b="0">
                <a:latin typeface="Pretendard"/>
                <a:ea typeface="Pretendard"/>
                <a:cs typeface="Pretendard"/>
              </a:rPr>
              <a:t>.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defRPr sz="1400" b="0">
                <a:latin typeface="Pretendard"/>
                <a:ea typeface="Pretendard"/>
                <a:cs typeface="Pretendard"/>
              </a:defRPr>
            </a:pPr>
            <a:r>
              <a:rPr lang="ko-KR" altLang="en-US" sz="1400" b="0">
                <a:latin typeface="Pretendard"/>
                <a:ea typeface="Pretendard"/>
                <a:cs typeface="Pretendard"/>
              </a:rPr>
              <a:t>제목과 본문에 새 </a:t>
            </a:r>
            <a:r>
              <a:rPr lang="en-US" altLang="ko-KR" sz="1400" b="0">
                <a:latin typeface="Pretendard"/>
                <a:ea typeface="Pretendard"/>
                <a:cs typeface="Pretendard"/>
              </a:rPr>
              <a:t>Skill</a:t>
            </a:r>
            <a:r>
              <a:rPr lang="ko-KR" altLang="en-US" sz="1400" b="0">
                <a:latin typeface="Pretendard"/>
                <a:ea typeface="Pretendard"/>
                <a:cs typeface="Pretendard"/>
              </a:rPr>
              <a:t>을 적용합니다</a:t>
            </a:r>
            <a:r>
              <a:rPr lang="en-US" altLang="ko-KR" sz="1400" b="0">
                <a:latin typeface="Pretendard"/>
                <a:ea typeface="Pretendard"/>
                <a:cs typeface="Pretendard"/>
              </a:rPr>
              <a:t>.</a:t>
            </a:r>
            <a:endParaRPr lang="ko-KR" altLang="en-US" sz="1400" b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1731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설명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금액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병합 머리글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 hMerge="1">
                  <a:txBody>
                    <a:bodyPr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endParaRPr sz="1100" b="1">
                        <a:solidFill>
                          <a:srgbClr val="263345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셀 </a:t>
                      </a:r>
                      <a:r>
                        <a:rPr lang="en-US" altLang="ko-KR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1-3</a:t>
                      </a:r>
                      <a:endParaRPr lang="ko-KR" altLang="en-US" sz="1100" b="1">
                        <a:solidFill>
                          <a:srgbClr val="263345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셀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셀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셀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2-3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셀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셀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셀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3-3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