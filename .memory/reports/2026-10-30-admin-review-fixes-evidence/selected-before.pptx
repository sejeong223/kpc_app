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6" r:id="rId4"/>
    <p:sldId id="259" r:id="rId5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원본 데이터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EC-476E-9ACF-8926E22680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2432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B5D2D-145A-2F4B-000C-C8BF2D397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963451-A361-D183-62E4-06FA04A45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528016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50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8F7C6-4C74-BD53-2E89-31B48343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상속된 레이아웃 테스트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D558BA-4A6D-387C-AA7D-D70FD0CE4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000"/>
              <a:t>기존 제안서 내용을 유지합니다</a:t>
            </a:r>
            <a:r>
              <a:rPr lang="en-US" altLang="ko-KR" sz="2000"/>
              <a:t>.</a:t>
            </a:r>
          </a:p>
          <a:p>
            <a:r>
              <a:rPr lang="ko-KR" altLang="en-US" sz="2000"/>
              <a:t>제목과 본문에 새 </a:t>
            </a:r>
            <a:r>
              <a:rPr lang="en-US" altLang="ko-KR" sz="2000"/>
              <a:t>Skill</a:t>
            </a:r>
            <a:r>
              <a:rPr lang="ko-KR" altLang="en-US" sz="2000"/>
              <a:t>을 적용합니다</a:t>
            </a:r>
            <a:r>
              <a:rPr lang="en-US" altLang="ko-KR" sz="2000"/>
              <a:t>.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4000657002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C5A8F2E6-E8B5-5420-82A7-E9D58F15757B}"/>
              </a:ext>
            </a:extLst>
          </p:cNvPr>
          <p:cNvSpPr txBox="1"/>
          <p:nvPr/>
        </p:nvSpPr>
        <p:spPr>
          <a:xfrm>
            <a:off x="508000" y="444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일반 표 서식 테스트</a:t>
            </a:r>
          </a:p>
        </p:txBody>
      </p:sp>
      <p:graphicFrame>
        <p:nvGraphicFramePr>
          <p:cNvPr id="3" name="일반 표">
            <a:extLst>
              <a:ext uri="{FF2B5EF4-FFF2-40B4-BE49-F238E27FC236}">
                <a16:creationId xmlns:a16="http://schemas.microsoft.com/office/drawing/2014/main" id="{98956DE1-7508-8C59-A80A-FA6DD38D7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83949"/>
              </p:ext>
            </p:extLst>
          </p:nvPr>
        </p:nvGraphicFramePr>
        <p:xfrm>
          <a:off x="508000" y="1778000"/>
          <a:ext cx="8128000" cy="1731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299021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264977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6868839"/>
                    </a:ext>
                  </a:extLst>
                </a:gridCol>
              </a:tblGrid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</a:t>
                      </a: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설명</a:t>
                      </a: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금액</a:t>
                      </a: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599072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3077889737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3284135820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4-1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4-2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4000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616761330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5-1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5-2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5000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1782050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23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원본 차트"/>
          <p:cNvGraphicFramePr/>
          <p:nvPr/>
        </p:nvGraphicFramePr>
        <p:xfrm>
          <a:off x="502920" y="1783080"/>
          <a:ext cx="48463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제목">
            <a:extLst>
              <a:ext uri="{FF2B5EF4-FFF2-40B4-BE49-F238E27FC236}">
                <a16:creationId xmlns:a16="http://schemas.microsoft.com/office/drawing/2014/main" id="{A82DF727-D84A-D674-700B-95B9796B1BF4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보존 대상</a:t>
            </a:r>
            <a:r>
              <a:rPr lang="en-US" altLang="ko-KR" sz="2800"/>
              <a:t>: </a:t>
            </a:r>
            <a:r>
              <a:rPr lang="ko-KR" altLang="en-US" sz="2800"/>
              <a:t>차트와 그룹</a:t>
            </a:r>
          </a:p>
        </p:txBody>
      </p:sp>
      <p:grpSp>
        <p:nvGrpSpPr>
          <p:cNvPr id="6" name="유지할 그룹">
            <a:extLst>
              <a:ext uri="{FF2B5EF4-FFF2-40B4-BE49-F238E27FC236}">
                <a16:creationId xmlns:a16="http://schemas.microsoft.com/office/drawing/2014/main" id="{11B73ABC-9012-DEA6-6828-38A6A02CD85C}"/>
              </a:ext>
            </a:extLst>
          </p:cNvPr>
          <p:cNvGrpSpPr/>
          <p:nvPr/>
        </p:nvGrpSpPr>
        <p:grpSpPr>
          <a:xfrm>
            <a:off x="5969000" y="1905000"/>
            <a:ext cx="1905000" cy="2159000"/>
            <a:chOff x="5969000" y="1905000"/>
            <a:chExt cx="1905000" cy="2159000"/>
          </a:xfrm>
        </p:grpSpPr>
        <p:sp>
          <p:nvSpPr>
            <p:cNvPr id="4" name="그룹 사각형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5" name="그룹 원">
              <a:extLst>
                <a:ext uri="{FF2B5EF4-FFF2-40B4-BE49-F238E27FC236}">
                  <a16:creationId xmlns:a16="http://schemas.microsoft.com/office/drawing/2014/main" id="{3E994859-21B1-E902-41BB-BB33F07CDCF2}"/>
                </a:ext>
              </a:extLst>
            </p:cNvPr>
            <p:cNvSpPr/>
            <p:nvPr/>
          </p:nvSpPr>
          <p:spPr>
            <a:xfrm>
              <a:off x="6223000" y="3175000"/>
              <a:ext cx="1397000" cy="889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B</a:t>
              </a:r>
              <a:endParaRPr lang="ko-KR" altLang="en-US"/>
            </a:p>
          </p:txBody>
        </p:sp>
      </p:grpSp>
      <p:sp>
        <p:nvSpPr>
          <p:cNvPr id="7" name="회전 텍스트">
            <a:extLst>
              <a:ext uri="{FF2B5EF4-FFF2-40B4-BE49-F238E27FC236}">
                <a16:creationId xmlns:a16="http://schemas.microsoft.com/office/drawing/2014/main" id="{99C88CDA-9270-B3EE-4D05-886AE1D654CB}"/>
              </a:ext>
            </a:extLst>
          </p:cNvPr>
          <p:cNvSpPr txBox="1"/>
          <p:nvPr/>
        </p:nvSpPr>
        <p:spPr>
          <a:xfrm rot="900000">
            <a:off x="5969000" y="46990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/>
              <a:t>회전 유지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77B829B2-5866-D9BB-EF4B-F95BCEB7119C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병합 표</a:t>
            </a:r>
            <a:r>
              <a:rPr lang="en-US" altLang="ko-KR" sz="2800"/>
              <a:t>: </a:t>
            </a:r>
            <a:r>
              <a:rPr lang="ko-KR" altLang="en-US" sz="2800"/>
              <a:t>구조 보존</a:t>
            </a:r>
          </a:p>
        </p:txBody>
      </p:sp>
      <p:graphicFrame>
        <p:nvGraphicFramePr>
          <p:cNvPr id="3" name="병합 표">
            <a:extLst>
              <a:ext uri="{FF2B5EF4-FFF2-40B4-BE49-F238E27FC236}">
                <a16:creationId xmlns:a16="http://schemas.microsoft.com/office/drawing/2014/main" id="{E549F8BE-101C-FE48-BB4A-55EBB416B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645820"/>
              </p:ext>
            </p:extLst>
          </p:nvPr>
        </p:nvGraphicFramePr>
        <p:xfrm>
          <a:off x="508000" y="1905000"/>
          <a:ext cx="812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243381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3670923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80912417"/>
                    </a:ext>
                  </a:extLst>
                </a:gridCol>
              </a:tblGrid>
              <a:tr h="101600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병합 머리글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1-3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62442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94225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82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05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사용자 지정</PresentationFormat>
  <Paragraphs>33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상속된 레이아웃 테스트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남궁광현</cp:lastModifiedBy>
  <cp:revision>2</cp:revision>
  <dcterms:created xsi:type="dcterms:W3CDTF">2026-10-26T04:34:58Z</dcterms:created>
  <dcterms:modified xsi:type="dcterms:W3CDTF">2026-10-26T04:35:01Z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3bd0392-dcfb-4a26-b7e3-b48f37756ae8_Enabled">
    <vt:lpwstr>true</vt:lpwstr>
  </property>
  <property fmtid="{D5CDD505-2E9C-101B-9397-08002B2CF9AE}" pid="3" name="MSIP_Label_43bd0392-dcfb-4a26-b7e3-b48f37756ae8_SetDate">
    <vt:lpwstr>2026-10-26T04:35:01Z</vt:lpwstr>
  </property>
  <property fmtid="{D5CDD505-2E9C-101B-9397-08002B2CF9AE}" pid="4" name="MSIP_Label_43bd0392-dcfb-4a26-b7e3-b48f37756ae8_Method">
    <vt:lpwstr>Standard</vt:lpwstr>
  </property>
  <property fmtid="{D5CDD505-2E9C-101B-9397-08002B2CF9AE}" pid="5" name="MSIP_Label_43bd0392-dcfb-4a26-b7e3-b48f37756ae8_Name">
    <vt:lpwstr>defa4170-0d19-0005-0004-bc88714345d2</vt:lpwstr>
  </property>
  <property fmtid="{D5CDD505-2E9C-101B-9397-08002B2CF9AE}" pid="6" name="MSIP_Label_43bd0392-dcfb-4a26-b7e3-b48f37756ae8_SiteId">
    <vt:lpwstr>69c1e470-4528-435a-a1ae-de98e0aac738</vt:lpwstr>
  </property>
  <property fmtid="{D5CDD505-2E9C-101B-9397-08002B2CF9AE}" pid="7" name="MSIP_Label_43bd0392-dcfb-4a26-b7e3-b48f37756ae8_ActionId">
    <vt:lpwstr>f4a4792c-58f6-48c7-80a1-51946c909d4d</vt:lpwstr>
  </property>
  <property fmtid="{D5CDD505-2E9C-101B-9397-08002B2CF9AE}" pid="8" name="MSIP_Label_43bd0392-dcfb-4a26-b7e3-b48f37756ae8_ContentBits">
    <vt:lpwstr>0</vt:lpwstr>
  </property>
  <property fmtid="{D5CDD505-2E9C-101B-9397-08002B2CF9AE}" pid="9" name="MSIP_Label_43bd0392-dcfb-4a26-b7e3-b48f37756ae8_Tag">
    <vt:lpwstr>10, 3, 0, 1</vt:lpwstr>
  </property>
</Properties>
</file>