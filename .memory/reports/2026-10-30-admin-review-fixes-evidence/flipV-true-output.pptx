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원본 데이터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EC-476E-9ACF-8926E2268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3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B5D2D-145A-2F4B-000C-C8BF2D3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963451-A361-D183-62E4-06FA04A4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801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50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8F7C6-4C74-BD53-2E89-31B48343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상속된 레이아웃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558BA-4A6D-387C-AA7D-D70FD0CE4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/>
              <a:t>기존 제안서 내용을 유지합니다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제목과 본문에 새 </a:t>
            </a:r>
            <a:r>
              <a:rPr lang="en-US" altLang="ko-KR" sz="2000"/>
              <a:t>Skill</a:t>
            </a:r>
            <a:r>
              <a:rPr lang="ko-KR" altLang="en-US" sz="2000"/>
              <a:t>을 적용합니다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400065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C5A8F2E6-E8B5-5420-82A7-E9D58F15757B}"/>
              </a:ext>
            </a:extLst>
          </p:cNvPr>
          <p:cNvSpPr txBox="1"/>
          <p:nvPr/>
        </p:nvSpPr>
        <p:spPr>
          <a:xfrm flipV="true">
            <a:off x="508000" y="444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일반 표 서식 테스트</a:t>
            </a:r>
          </a:p>
        </p:txBody>
      </p:sp>
      <p:graphicFrame>
        <p:nvGraphicFramePr>
          <p:cNvPr id="3" name="일반 표">
            <a:extLst>
              <a:ext uri="{FF2B5EF4-FFF2-40B4-BE49-F238E27FC236}">
                <a16:creationId xmlns:a16="http://schemas.microsoft.com/office/drawing/2014/main" id="{98956DE1-7508-8C59-A80A-FA6DD38D7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83949"/>
              </p:ext>
            </p:extLst>
          </p:nvPr>
        </p:nvGraphicFramePr>
        <p:xfrm>
          <a:off x="508000" y="1778000"/>
          <a:ext cx="8128000" cy="1731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9902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26497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868839"/>
                    </a:ext>
                  </a:extLst>
                </a:gridCol>
              </a:tblGrid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설명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금액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599072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3077889737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3284135820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616761330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178205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2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원본 차트"/>
          <p:cNvGraphicFramePr/>
          <p:nvPr/>
        </p:nvGraphicFramePr>
        <p:xfrm>
          <a:off x="502920" y="178308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">
            <a:extLst>
              <a:ext uri="{FF2B5EF4-FFF2-40B4-BE49-F238E27FC236}">
                <a16:creationId xmlns:a16="http://schemas.microsoft.com/office/drawing/2014/main" id="{A82DF727-D84A-D674-700B-95B9796B1BF4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보존 대상</a:t>
            </a:r>
            <a:r>
              <a:rPr lang="en-US" altLang="ko-KR" sz="2800"/>
              <a:t>: </a:t>
            </a:r>
            <a:r>
              <a:rPr lang="ko-KR" altLang="en-US" sz="2800"/>
              <a:t>차트와 그룹</a:t>
            </a:r>
          </a:p>
        </p:txBody>
      </p:sp>
      <p:grpSp>
        <p:nvGrpSpPr>
          <p:cNvPr id="6" name="유지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4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</p:grpSp>
      <p:sp>
        <p:nvSpPr>
          <p:cNvPr id="7" name="회전 텍스트">
            <a:extLst>
              <a:ext uri="{FF2B5EF4-FFF2-40B4-BE49-F238E27FC236}">
                <a16:creationId xmlns:a16="http://schemas.microsoft.com/office/drawing/2014/main" id="{99C88CDA-9270-B3EE-4D05-886AE1D654CB}"/>
              </a:ext>
            </a:extLst>
          </p:cNvPr>
          <p:cNvSpPr txBox="1"/>
          <p:nvPr/>
        </p:nvSpPr>
        <p:spPr>
          <a:xfrm rot="900000">
            <a:off x="5969000" y="46990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/>
              <a:t>회전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77B829B2-5866-D9BB-EF4B-F95BCEB7119C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병합 표</a:t>
            </a:r>
            <a:r>
              <a:rPr lang="en-US" altLang="ko-KR" sz="2800"/>
              <a:t>: </a:t>
            </a:r>
            <a:r>
              <a:rPr lang="ko-KR" altLang="en-US" sz="2800"/>
              <a:t>구조 보존</a:t>
            </a:r>
          </a:p>
        </p:txBody>
      </p:sp>
      <p:graphicFrame>
        <p:nvGraphicFramePr>
          <p:cNvPr id="3" name="병합 표">
            <a:extLst>
              <a:ext uri="{FF2B5EF4-FFF2-40B4-BE49-F238E27FC236}">
                <a16:creationId xmlns:a16="http://schemas.microsoft.com/office/drawing/2014/main" id="{E549F8BE-101C-FE48-BB4A-55EBB416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45820"/>
              </p:ext>
            </p:extLst>
          </p:nvPr>
        </p:nvGraphicFramePr>
        <p:xfrm>
          <a:off x="508000" y="1905000"/>
          <a:ext cx="812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243381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367092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80912417"/>
                    </a:ext>
                  </a:extLst>
                </a:gridCol>
              </a:tblGrid>
              <a:tr h="101600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병합 머리글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1-3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62442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4225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0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사용자 지정</PresentationFormat>
  <Paragraphs>33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상속된 레이아웃 테스트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남궁광현</cp:lastModifiedBy>
  <cp:revision>2</cp:revision>
  <dcterms:created xsi:type="dcterms:W3CDTF">2026-10-26T04:34:58Z</dcterms:created>
  <dcterms:modified xsi:type="dcterms:W3CDTF">2026-10-26T04:35:01Z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bd0392-dcfb-4a26-b7e3-b48f37756ae8_Enabled">
    <vt:lpwstr>true</vt:lpwstr>
  </property>
  <property fmtid="{D5CDD505-2E9C-101B-9397-08002B2CF9AE}" pid="3" name="MSIP_Label_43bd0392-dcfb-4a26-b7e3-b48f37756ae8_SetDate">
    <vt:lpwstr>2026-10-26T04:35:01Z</vt:lpwstr>
  </property>
  <property fmtid="{D5CDD505-2E9C-101B-9397-08002B2CF9AE}" pid="4" name="MSIP_Label_43bd0392-dcfb-4a26-b7e3-b48f37756ae8_Method">
    <vt:lpwstr>Standard</vt:lpwstr>
  </property>
  <property fmtid="{D5CDD505-2E9C-101B-9397-08002B2CF9AE}" pid="5" name="MSIP_Label_43bd0392-dcfb-4a26-b7e3-b48f37756ae8_Name">
    <vt:lpwstr>defa4170-0d19-0005-0004-bc88714345d2</vt:lpwstr>
  </property>
  <property fmtid="{D5CDD505-2E9C-101B-9397-08002B2CF9AE}" pid="6" name="MSIP_Label_43bd0392-dcfb-4a26-b7e3-b48f37756ae8_SiteId">
    <vt:lpwstr>69c1e470-4528-435a-a1ae-de98e0aac738</vt:lpwstr>
  </property>
  <property fmtid="{D5CDD505-2E9C-101B-9397-08002B2CF9AE}" pid="7" name="MSIP_Label_43bd0392-dcfb-4a26-b7e3-b48f37756ae8_ActionId">
    <vt:lpwstr>f4a4792c-58f6-48c7-80a1-51946c909d4d</vt:lpwstr>
  </property>
  <property fmtid="{D5CDD505-2E9C-101B-9397-08002B2CF9AE}" pid="8" name="MSIP_Label_43bd0392-dcfb-4a26-b7e3-b48f37756ae8_ContentBits">
    <vt:lpwstr>0</vt:lpwstr>
  </property>
  <property fmtid="{D5CDD505-2E9C-101B-9397-08002B2CF9AE}" pid="9" name="MSIP_Label_43bd0392-dcfb-4a26-b7e3-b48f37756ae8_Tag">
    <vt:lpwstr>10, 3, 0, 1</vt:lpwstr>
  </property>
</Properties>
</file>