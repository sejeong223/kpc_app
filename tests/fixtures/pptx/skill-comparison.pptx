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3200" cy="6858000"/>
  <p:notesSz cx="6858000" cy="12193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1" snapToObjects="1" showGuides="1">
      <p:cViewPr varScale="1">
        <p:scale>
          <a:sx n="100" d="100"/>
          <a:sy n="100" d="100"/>
        </p:scale>
        <p:origin x="0" y="0"/>
      </p:cViewPr>
      <p:guideLst>
        <p:guide orient="vert" pos="340"/>
        <p:guide orient="vert" pos="924"/>
        <p:guide orient="vert" pos="1507"/>
        <p:guide orient="vert" pos="2090"/>
        <p:guide orient="vert" pos="2674"/>
        <p:guide orient="vert" pos="3257"/>
        <p:guide orient="vert" pos="3840"/>
        <p:guide orient="vert" pos="4424"/>
        <p:guide orient="vert" pos="5007"/>
        <p:guide orient="vert" pos="5590"/>
        <p:guide orient="vert" pos="6174"/>
        <p:guide orient="vert" pos="6757"/>
        <p:guide orient="vert" pos="7341"/>
        <p:guide orient="horz" pos="272"/>
        <p:guide orient="horz" pos="1546"/>
        <p:guide orient="horz" pos="2820"/>
        <p:guide orient="horz" pos="4093"/>
      </p:guideLst>
    </p:cSldViewPr>
  </p:slideViewPr>
  <p:gridSpacing cx="90000" cy="900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기준",
  "short": "기준",
  "desc": "Noto Sans KR Regular/Bold로 실제 출력 확인",
  "font": {
    "family": "Noto Sans KR",
    "title": [
      28,
      "Bold"
    ],
    "sub": [
      18,
      "Bold"
    ],
    "body": [
      14,
      "Regular"
    ],
    "lh": 1.4
  },
  "gap": {
    "tb": 0.8,
    "bt": 0.5,
    "para": 6
  },
  "table": {
    "padV": 0.15,
    "padH": 0.25,
    "rowH": 0.8,
    "text": "왼쪽",
    "num": "오른쪽",
    "head": "가운데 · 굵게"
  },
  "shape": {
    "snap": "안내선 · 그리드에 맞춤",
    "img": "원본 비율 유지",
    "align": "위쪽 맞춤",
    "min": 4
  },
  "mg": [
    1.2,
    1.5,
    1,
    1.5
  ],
  "cols": 12,
  "rows": 3,
  "grid": 0.25,
  "guard": {
    "shrink": true,
    "split": true,
    "overlap": true,
    "inGuide": true,
    "tableRows": 15
  },
  "pt": {
    "cover": {
      "title": 40,
      "body": null,
      "lh": null,
      "align": "가운데",
      "rule": "사업명 2줄까지 자동 줄바꿈"
    },
    "toc": {
      "title": null,
      "body": 16,
      "lh": 1.6,
      "align": "왼쪽",
      "rule": "장 번호 Ⅰ·Ⅱ·Ⅲ"
    },
    "div": {
      "title": 36,
      "body": null,
      "lh": null,
      "align": "왼쪽",
      "rule": "장 번호 크게 + 한 줄 메시지"
    },
    "body": {
      "title": null,
      "body": null,
      "lh": null,
      "align": "왼쪽",
      "rule": "리딩 메시지 + 2~3블록"
    },
    "table": {
      "title": null,
      "body": 11,
      "lh": 1.2,
      "align": "왼쪽",
      "rule": "머리글 반복 · 행 단위 분할"
    },
    "appx": {
      "title": null,
      "body": 10,
      "lh": 1.3,
      "align": "왼쪽",
      "rule": "작은 글자 허용 (최소 9pt)"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기준",
  "short": "기준",
  "desc": "Noto Sans KR Regular/Bold로 실제 출력 확인",
  "font": {
    "family": "Noto Sans KR",
    "title": [
      28,
      "Bold"
    ],
    "sub": [
      18,
      "Bold"
    ],
    "body": [
      14,
      "Regular"
    ],
    "lh": 1.4
  },
  "gap": {
    "tb": 0.8,
    "bt": 0.5,
    "para": 6
  },
  "table": {
    "padV": 0.15,
    "padH": 0.25,
    "rowH": 0.8,
    "text": "왼쪽",
    "num": "오른쪽",
    "head": "가운데 · 굵게"
  },
  "shape": {
    "snap": "안내선 · 그리드에 맞춤",
    "img": "원본 비율 유지",
    "align": "위쪽 맞춤",
    "min": 4
  },
  "mg": [
    1.2,
    1.5,
    1,
    1.5
  ],
  "cols": 12,
  "rows": 3,
  "grid": 0.25,
  "guard": {
    "shrink": true,
    "split": true,
    "overlap": true,
    "inGuide": true,
    "tableRows": 15
  },
  "pt": {
    "cover": {
      "title": 40,
      "body": null,
      "lh": null,
      "align": "가운데",
      "rule": "사업명 2줄까지 자동 줄바꿈"
    },
    "toc": {
      "title": null,
      "body": 16,
      "lh": 1.6,
      "align": "왼쪽",
      "rule": "장 번호 Ⅰ·Ⅱ·Ⅲ"
    },
    "div": {
      "title": 36,
      "body": null,
      "lh": null,
      "align": "왼쪽",
      "rule": "장 번호 크게 + 한 줄 메시지"
    },
    "body": {
      "title": null,
      "body": null,
      "lh": null,
      "align": "왼쪽",
      "rule": "리딩 메시지 + 2~3블록"
    },
    "table": {
      "title": null,
      "body": 11,
      "lh": 1.2,
      "align": "왼쪽",
      "rule": "머리글 반복 · 행 단위 분할"
    },
    "appx": {
      "title": null,
      "body": 10,
      "lh": 1.3,
      "align": "왼쪽",
      "rule": "작은 글자 허용 (최소 9pt)"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기준",
  "short": "기준",
  "desc": "Noto Sans KR Regular/Bold로 실제 출력 확인",
  "font": {
    "family": "Noto Sans KR",
    "title": [
      28,
      "Bold"
    ],
    "sub": [
      18,
      "Bold"
    ],
    "body": [
      14,
      "Regular"
    ],
    "lh": 1.4
  },
  "gap": {
    "tb": 0.8,
    "bt": 0.5,
    "para": 6
  },
  "table": {
    "padV": 0.15,
    "padH": 0.25,
    "rowH": 0.8,
    "text": "왼쪽",
    "num": "오른쪽",
    "head": "가운데 · 굵게"
  },
  "shape": {
    "snap": "안내선 · 그리드에 맞춤",
    "img": "원본 비율 유지",
    "align": "위쪽 맞춤",
    "min": 4
  },
  "mg": [
    1.2,
    1.5,
    1,
    1.5
  ],
  "cols": 12,
  "rows": 3,
  "grid": 0.25,
  "guard": {
    "shrink": true,
    "split": true,
    "overlap": true,
    "inGuide": true,
    "tableRows": 15
  },
  "pt": {
    "cover": {
      "title": 40,
      "body": null,
      "lh": null,
      "align": "가운데",
      "rule": "사업명 2줄까지 자동 줄바꿈"
    },
    "toc": {
      "title": null,
      "body": 16,
      "lh": 1.6,
      "align": "왼쪽",
      "rule": "장 번호 Ⅰ·Ⅱ·Ⅲ"
    },
    "div": {
      "title": 36,
      "body": null,
      "lh": null,
      "align": "왼쪽",
      "rule": "장 번호 크게 + 한 줄 메시지"
    },
    "body": {
      "title": null,
      "body": null,
      "lh": null,
      "align": "왼쪽",
      "rule": "리딩 메시지 + 2~3블록"
    },
    "table": {
      "title": null,
      "body": 11,
      "lh": 1.2,
      "align": "왼쪽",
      "rule": "머리글 반복 · 행 단위 분할"
    },
    "appx": {
      "title": null,
      "body": 10,
      "lh": 1.3,
      "align": "왼쪽",
      "rule": "작은 글자 허용 (최소 9pt)"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본문을 3개 블록으로 구성
겹치는 도형·이미지를 아래로 재배치
겹치는 도형·이미지를 아래로 재배치
{
  "name": "전체 설정 검증 · 기준",
  "short": "기준",
  "desc": "Noto Sans KR Regular/Bold로 실제 출력 확인",
  "font": {
    "family": "Noto Sans KR",
    "title": [
      28,
      "Bold"
    ],
    "sub": [
      18,
      "Bold"
    ],
    "body": [
      14,
      "Regular"
    ],
    "lh": 1.4
  },
  "gap": {
    "tb": 0.8,
    "bt": 0.5,
    "para": 6
  },
  "table": {
    "padV": 0.15,
    "padH": 0.25,
    "rowH": 0.8,
    "text": "왼쪽",
    "num": "오른쪽",
    "head": "가운데 · 굵게"
  },
  "shape": {
    "snap": "안내선 · 그리드에 맞춤",
    "img": "원본 비율 유지",
    "align": "위쪽 맞춤",
    "min": 4
  },
  "mg": [
    1.2,
    1.5,
    1,
    1.5
  ],
  "cols": 12,
  "rows": 3,
  "grid": 0.25,
  "guard": {
    "shrink": true,
    "split": true,
    "overlap": true,
    "inGuide": true,
    "tableRows": 15
  },
  "pt": {
    "cover": {
      "title": 40,
      "body": null,
      "lh": null,
      "align": "가운데",
      "rule": "사업명 2줄까지 자동 줄바꿈"
    },
    "toc": {
      "title": null,
      "body": 16,
      "lh": 1.6,
      "align": "왼쪽",
      "rule": "장 번호 Ⅰ·Ⅱ·Ⅲ"
    },
    "div": {
      "title": 36,
      "body": null,
      "lh": null,
      "align": "왼쪽",
      "rule": "장 번호 크게 + 한 줄 메시지"
    },
    "body": {
      "title": null,
      "body": null,
      "lh": null,
      "align": "왼쪽",
      "rule": "리딩 메시지 + 2~3블록"
    },
    "table": {
      "title": null,
      "body": 11,
      "lh": 1.2,
      "align": "왼쪽",
      "rule": "머리글 반복 · 행 단위 분할"
    },
    "appx": {
      "title": null,
      "body": 10,
      "lh": 1.3,
      "align": "왼쪽",
      "rule": "작은 글자 허용 (최소 9pt)"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표 11 → 10pt (한 단계 축소)
행 높이 0.8cm는 최소값으로 적용: 내용·셀 여백 때문에 최대 0.91cm
{
  "name": "전체 설정 검증 · 기준",
  "short": "기준",
  "desc": "Noto Sans KR Regular/Bold로 실제 출력 확인",
  "font": {
    "family": "Noto Sans KR",
    "title": [
      28,
      "Bold"
    ],
    "sub": [
      18,
      "Bold"
    ],
    "body": [
      14,
      "Regular"
    ],
    "lh": 1.4
  },
  "gap": {
    "tb": 0.8,
    "bt": 0.5,
    "para": 6
  },
  "table": {
    "padV": 0.15,
    "padH": 0.25,
    "rowH": 0.8,
    "text": "왼쪽",
    "num": "오른쪽",
    "head": "가운데 · 굵게"
  },
  "shape": {
    "snap": "안내선 · 그리드에 맞춤",
    "img": "원본 비율 유지",
    "align": "위쪽 맞춤",
    "min": 4
  },
  "mg": [
    1.2,
    1.5,
    1,
    1.5
  ],
  "cols": 12,
  "rows": 3,
  "grid": 0.25,
  "guard": {
    "shrink": true,
    "split": true,
    "overlap": true,
    "inGuide": true,
    "tableRows": 15
  },
  "pt": {
    "cover": {
      "title": 40,
      "body": null,
      "lh": null,
      "align": "가운데",
      "rule": "사업명 2줄까지 자동 줄바꿈"
    },
    "toc": {
      "title": null,
      "body": 16,
      "lh": 1.6,
      "align": "왼쪽",
      "rule": "장 번호 Ⅰ·Ⅱ·Ⅲ"
    },
    "div": {
      "title": 36,
      "body": null,
      "lh": null,
      "align": "왼쪽",
      "rule": "장 번호 크게 + 한 줄 메시지"
    },
    "body": {
      "title": null,
      "body": null,
      "lh": null,
      "align": "왼쪽",
      "rule": "리딩 메시지 + 2~3블록"
    },
    "table": {
      "title": null,
      "body": 11,
      "lh": 1.2,
      "align": "왼쪽",
      "rule": "머리글 반복 · 행 단위 분할"
    },
    "appx": {
      "title": null,
      "body": 10,
      "lh": 1.3,
      "align": "왼쪽",
      "rule": "작은 글자 허용 (최소 9pt)"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기준",
  "short": "기준",
  "desc": "Noto Sans KR Regular/Bold로 실제 출력 확인",
  "font": {
    "family": "Noto Sans KR",
    "title": [
      28,
      "Bold"
    ],
    "sub": [
      18,
      "Bold"
    ],
    "body": [
      14,
      "Regular"
    ],
    "lh": 1.4
  },
  "gap": {
    "tb": 0.8,
    "bt": 0.5,
    "para": 6
  },
  "table": {
    "padV": 0.15,
    "padH": 0.25,
    "rowH": 0.8,
    "text": "왼쪽",
    "num": "오른쪽",
    "head": "가운데 · 굵게"
  },
  "shape": {
    "snap": "안내선 · 그리드에 맞춤",
    "img": "원본 비율 유지",
    "align": "위쪽 맞춤",
    "min": 4
  },
  "mg": [
    1.2,
    1.5,
    1,
    1.5
  ],
  "cols": 12,
  "rows": 3,
  "grid": 0.25,
  "guard": {
    "shrink": true,
    "split": true,
    "overlap": true,
    "inGuide": true,
    "tableRows": 15
  },
  "pt": {
    "cover": {
      "title": 40,
      "body": null,
      "lh": null,
      "align": "가운데",
      "rule": "사업명 2줄까지 자동 줄바꿈"
    },
    "toc": {
      "title": null,
      "body": 16,
      "lh": 1.6,
      "align": "왼쪽",
      "rule": "장 번호 Ⅰ·Ⅱ·Ⅲ"
    },
    "div": {
      "title": 36,
      "body": null,
      "lh": null,
      "align": "왼쪽",
      "rule": "장 번호 크게 + 한 줄 메시지"
    },
    "body": {
      "title": null,
      "body": null,
      "lh": null,
      "align": "왼쪽",
      "rule": "리딩 메시지 + 2~3블록"
    },
    "table": {
      "title": null,
      "body": 11,
      "lh": 1.2,
      "align": "왼쪽",
      "rule": "머리글 반복 · 행 단위 분할"
    },
    "appx": {
      "title": null,
      "body": 10,
      "lh": 1.3,
      "align": "왼쪽",
      "rule": "작은 글자 허용 (최소 9pt)"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겹치는 도형·이미지를 아래로 재배치
겹치는 도형·이미지를 아래로 재배치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셀 내용 길이로 열 너비 계산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표 행 분할 · 머리글 반복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표 행 분할 · 머리글 반복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적용 결과
{
  "name": "전체 설정 검증 · 변경",
  "short": "변경",
  "desc": "Noto Sans KR Regular/Bold로 실제 출력 확인",
  "font": {
    "family": "맑은 고딕",
    "title": [
      32,
      "Bold"
    ],
    "sub": [
      20,
      "Bold"
    ],
    "body": [
      16,
      "Regular"
    ],
    "lh": 1.6
  },
  "gap": {
    "tb": 1.2,
    "bt": 0.8,
    "para": 10
  },
  "table": {
    "padV": 0.2,
    "padH": 0.4,
    "rowH": 1.2,
    "text": "가운데",
    "num": "오른쪽",
    "head": "왼쪽 · 배경색"
  },
  "shape": {
    "snap": "안내선에만 맞춤",
    "img": "영역 채우기 (잘라내기)",
    "align": "아래쪽 맞춤",
    "min": 3
  },
  "mg": [
    1.5,
    2,
    1.5,
    2
  ],
  "cols": 8,
  "rows": 4,
  "grid": 0.5,
  "guard": {
    "shrink": true,
    "split": true,
    "overlap": true,
    "inGuide": true,
    "tableRows": 8
  },
  "pt": {
    "cover": {
      "title": 48,
      "body": null,
      "lh": null,
      "align": "가운데",
      "rule": "사업명 2줄까지 자동 줄바꿈"
    },
    "toc": {
      "title": null,
      "body": 16,
      "lh": 1.6,
      "align": "왼쪽",
      "rule": "페이지 번호 오른쪽 정렬"
    },
    "div": {
      "title": 36,
      "body": null,
      "lh": null,
      "align": "왼쪽",
      "rule": "장 제목만"
    },
    "body": {
      "title": null,
      "body": null,
      "lh": null,
      "align": "왼쪽",
      "rule": "리딩 메시지 + 자유 배치"
    },
    "table": {
      "title": null,
      "body": 11,
      "lh": 1.2,
      "align": "왼쪽",
      "rule": "열 너비 내용에 맞춤"
    },
    "appx": {
      "title": null,
      "body": 10,
      "lh": 1.3,
      "align": "왼쪽",
      "rule": "출처 표기 필수"
    }
  },
  "vis": {
    "all": false,
    "items": []
  }
}
공개 범위는 로컬 메타데이터이며 PPT 파일의 접근 권한이나 암호화를 설정하지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업명"/>
          <p:cNvSpPr/>
          <p:nvPr/>
        </p:nvSpPr>
        <p:spPr>
          <a:xfrm>
            <a:off x="540000" y="1948500"/>
            <a:ext cx="11113200" cy="75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ko-KR" altLang="en-US" sz="40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지식 기반 제안서 작성</a:t>
            </a:r>
            <a:endParaRPr lang="ko-KR" sz="4000" dirty="0"/>
          </a:p>
        </p:txBody>
      </p:sp>
      <p:sp>
        <p:nvSpPr>
          <p:cNvPr id="3" name="본문"/>
          <p:cNvSpPr/>
          <p:nvPr/>
        </p:nvSpPr>
        <p:spPr>
          <a:xfrm>
            <a:off x="540000" y="2995550"/>
            <a:ext cx="11113200" cy="33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근거와 일관된 서식으로 초안을 만듭니다.</a:t>
            </a:r>
            <a:endParaRPr lang="ko-KR" sz="1400" dirty="0"/>
          </a:p>
        </p:txBody>
      </p:sp>
      <p:sp>
        <p:nvSpPr>
          <p:cNvPr id="4" name="페이지 정보"/>
          <p:cNvSpPr/>
          <p:nvPr/>
        </p:nvSpPr>
        <p:spPr>
          <a:xfrm>
            <a:off x="540000" y="6354000"/>
            <a:ext cx="1111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· 표지    1</a:t>
            </a:r>
            <a:endParaRPr lang="ko-KR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540000" y="432000"/>
            <a:ext cx="11113200" cy="53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 / 사내 지식 기반 제안서 작성</a:t>
            </a:r>
            <a:endParaRPr lang="ko-KR" sz="2800" dirty="0"/>
          </a:p>
        </p:txBody>
      </p:sp>
      <p:sp>
        <p:nvSpPr>
          <p:cNvPr id="3" name="목차 항목"/>
          <p:cNvSpPr/>
          <p:nvPr/>
        </p:nvSpPr>
        <p:spPr>
          <a:xfrm>
            <a:off x="540000" y="1259975"/>
            <a:ext cx="1039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6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Ⅰ  사업 이해</a:t>
            </a:r>
            <a:endParaRPr lang="ko-KR" sz="1600" dirty="0"/>
          </a:p>
        </p:txBody>
      </p:sp>
      <p:sp>
        <p:nvSpPr>
          <p:cNvPr id="4" name="목차 항목"/>
          <p:cNvSpPr/>
          <p:nvPr/>
        </p:nvSpPr>
        <p:spPr>
          <a:xfrm>
            <a:off x="540000" y="1861375"/>
            <a:ext cx="1039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6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Ⅱ  추진 전략</a:t>
            </a:r>
            <a:endParaRPr lang="ko-KR" sz="1600" dirty="0"/>
          </a:p>
        </p:txBody>
      </p:sp>
      <p:sp>
        <p:nvSpPr>
          <p:cNvPr id="5" name="목차 항목"/>
          <p:cNvSpPr/>
          <p:nvPr/>
        </p:nvSpPr>
        <p:spPr>
          <a:xfrm>
            <a:off x="540000" y="2462775"/>
            <a:ext cx="1039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6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Ⅲ  수행 계획</a:t>
            </a:r>
            <a:endParaRPr lang="ko-KR" sz="1600" dirty="0"/>
          </a:p>
        </p:txBody>
      </p:sp>
      <p:sp>
        <p:nvSpPr>
          <p:cNvPr id="6" name="목차 항목"/>
          <p:cNvSpPr/>
          <p:nvPr/>
        </p:nvSpPr>
        <p:spPr>
          <a:xfrm>
            <a:off x="540000" y="3064175"/>
            <a:ext cx="1039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6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Ⅳ  기대 효과</a:t>
            </a:r>
            <a:endParaRPr lang="ko-KR" sz="1600" dirty="0"/>
          </a:p>
        </p:txBody>
      </p:sp>
      <p:sp>
        <p:nvSpPr>
          <p:cNvPr id="7" name="페이지 정보"/>
          <p:cNvSpPr/>
          <p:nvPr/>
        </p:nvSpPr>
        <p:spPr>
          <a:xfrm>
            <a:off x="540000" y="6354000"/>
            <a:ext cx="1111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· 목차    2</a:t>
            </a:r>
            <a:endParaRPr lang="ko-K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 번호"/>
          <p:cNvSpPr/>
          <p:nvPr/>
        </p:nvSpPr>
        <p:spPr>
          <a:xfrm>
            <a:off x="540000" y="1948500"/>
            <a:ext cx="11113200" cy="82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48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Ⅱ</a:t>
            </a:r>
            <a:endParaRPr lang="ko-KR" sz="4800" dirty="0"/>
          </a:p>
        </p:txBody>
      </p:sp>
      <p:sp>
        <p:nvSpPr>
          <p:cNvPr id="3" name="장 제목"/>
          <p:cNvSpPr/>
          <p:nvPr/>
        </p:nvSpPr>
        <p:spPr>
          <a:xfrm>
            <a:off x="540000" y="2884500"/>
            <a:ext cx="11113200" cy="7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36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</a:t>
            </a:r>
            <a:endParaRPr lang="ko-KR" sz="3600" dirty="0"/>
          </a:p>
        </p:txBody>
      </p:sp>
      <p:sp>
        <p:nvSpPr>
          <p:cNvPr id="4" name="한 줄 메시지"/>
          <p:cNvSpPr/>
          <p:nvPr/>
        </p:nvSpPr>
        <p:spPr>
          <a:xfrm>
            <a:off x="540000" y="3887100"/>
            <a:ext cx="11113200" cy="33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4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근거와 일관된 서식으로 초안을 만듭니다.</a:t>
            </a:r>
            <a:endParaRPr lang="ko-KR" sz="1400" dirty="0"/>
          </a:p>
        </p:txBody>
      </p:sp>
      <p:sp>
        <p:nvSpPr>
          <p:cNvPr id="5" name="페이지 정보"/>
          <p:cNvSpPr/>
          <p:nvPr/>
        </p:nvSpPr>
        <p:spPr>
          <a:xfrm>
            <a:off x="540000" y="6354000"/>
            <a:ext cx="1111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· 간지    3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540000" y="432000"/>
            <a:ext cx="11113200" cy="53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/ 사내 지식 기반 제안서 작성</a:t>
            </a:r>
            <a:endParaRPr lang="ko-KR" sz="2800" dirty="0"/>
          </a:p>
        </p:txBody>
      </p:sp>
      <p:sp>
        <p:nvSpPr>
          <p:cNvPr id="3" name="리딩 메시지"/>
          <p:cNvSpPr/>
          <p:nvPr/>
        </p:nvSpPr>
        <p:spPr>
          <a:xfrm>
            <a:off x="540000" y="1259975"/>
            <a:ext cx="11113200" cy="42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근거와 일관된 서식으로 초안을 만듭니다.</a:t>
            </a:r>
            <a:endParaRPr lang="ko-KR" sz="1800" dirty="0"/>
          </a:p>
        </p:txBody>
      </p:sp>
      <p:sp>
        <p:nvSpPr>
          <p:cNvPr id="4" name="본문"/>
          <p:cNvSpPr/>
          <p:nvPr/>
        </p:nvSpPr>
        <p:spPr>
          <a:xfrm>
            <a:off x="540000" y="1855025"/>
            <a:ext cx="11113200" cy="33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자료에서 관련 근거와 기존 제안 사례를 찾습니다.</a:t>
            </a:r>
            <a:endParaRPr lang="ko-KR" sz="1400" dirty="0"/>
          </a:p>
        </p:txBody>
      </p:sp>
      <p:sp>
        <p:nvSpPr>
          <p:cNvPr id="5" name="본문"/>
          <p:cNvSpPr/>
          <p:nvPr/>
        </p:nvSpPr>
        <p:spPr>
          <a:xfrm>
            <a:off x="540000" y="2325175"/>
            <a:ext cx="11113200" cy="33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목차별 목적에 따라 초안을 작성하고 출처를 함께 남깁니다.</a:t>
            </a:r>
            <a:endParaRPr lang="ko-KR" sz="1400" dirty="0"/>
          </a:p>
        </p:txBody>
      </p:sp>
      <p:sp>
        <p:nvSpPr>
          <p:cNvPr id="6" name="본문"/>
          <p:cNvSpPr/>
          <p:nvPr/>
        </p:nvSpPr>
        <p:spPr>
          <a:xfrm>
            <a:off x="540000" y="2795325"/>
            <a:ext cx="11113200" cy="33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담당자는 사실과 표현을 검토한 뒤 최종본을 확정합니다.</a:t>
            </a:r>
            <a:endParaRPr lang="ko-KR" sz="1400" dirty="0"/>
          </a:p>
        </p:txBody>
      </p:sp>
      <p:sp>
        <p:nvSpPr>
          <p:cNvPr id="7" name="배치 도형 1"/>
          <p:cNvSpPr/>
          <p:nvPr/>
        </p:nvSpPr>
        <p:spPr>
          <a:xfrm>
            <a:off x="540000" y="3243275"/>
            <a:ext cx="3704400" cy="792000"/>
          </a:xfrm>
          <a:prstGeom prst="rect">
            <a:avLst/>
          </a:prstGeom>
          <a:solidFill>
            <a:srgbClr val="FAF1F2"/>
          </a:solidFill>
          <a:ln w="12700">
            <a:solidFill>
              <a:srgbClr val="C982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400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검색</a:t>
            </a:r>
            <a:endParaRPr lang="ko-KR" sz="1400" dirty="0"/>
          </a:p>
        </p:txBody>
      </p:sp>
      <p:pic>
        <p:nvPicPr>
          <p:cNvPr id="8" name="이미지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4200" y="3243275"/>
            <a:ext cx="2176000" cy="1224000"/>
          </a:xfrm>
          <a:prstGeom prst="rect">
            <a:avLst/>
          </a:prstGeom>
        </p:spPr>
      </p:pic>
      <p:sp>
        <p:nvSpPr>
          <p:cNvPr id="9" name="페이지 정보"/>
          <p:cNvSpPr/>
          <p:nvPr/>
        </p:nvSpPr>
        <p:spPr>
          <a:xfrm>
            <a:off x="540000" y="6354000"/>
            <a:ext cx="1111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· 본문    4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540000" y="432000"/>
            <a:ext cx="11113200" cy="53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중심 / 사내 지식 기반 제안서 작성</a:t>
            </a:r>
            <a:endParaRPr lang="ko-KR" sz="2800" dirty="0"/>
          </a:p>
        </p:txBody>
      </p:sp>
      <p:sp>
        <p:nvSpPr>
          <p:cNvPr id="3" name="리딩 메시지"/>
          <p:cNvSpPr/>
          <p:nvPr/>
        </p:nvSpPr>
        <p:spPr>
          <a:xfrm>
            <a:off x="540000" y="1259975"/>
            <a:ext cx="11113200" cy="3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근거와 일관된 서식으로 초안을 만듭니다.</a:t>
            </a:r>
            <a:endParaRPr lang="ko-KR" sz="1800" dirty="0"/>
          </a:p>
        </p:txBody>
      </p:sp>
      <p:graphicFrame>
        <p:nvGraphicFramePr>
          <p:cNvPr id="6" name="편집 가능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000" y="1887875"/>
          <a:ext cx="11113200" cy="3600300"/>
        </p:xfrm>
        <a:graphic>
          <a:graphicData uri="http://schemas.openxmlformats.org/drawingml/2006/table">
            <a:tbl>
              <a:tblPr/>
              <a:tblGrid>
                <a:gridCol w="1333584"/>
                <a:gridCol w="4778676"/>
                <a:gridCol w="3000564"/>
                <a:gridCol w="2000376"/>
              </a:tblGrid>
              <a:tr h="327300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수행 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 (천원)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진행률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검색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초안 작성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검토 및 승인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3600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검색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초안 작성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검토 및 승인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7200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검색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8400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초안 작성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9600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검토 및 승인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10800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3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 검색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12000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26334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20%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0000" marR="90000" marT="54000" marB="54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5" name="페이지 정보"/>
          <p:cNvSpPr/>
          <p:nvPr/>
        </p:nvSpPr>
        <p:spPr>
          <a:xfrm>
            <a:off x="540000" y="6354000"/>
            <a:ext cx="1111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· 표 중심    5</a:t>
            </a:r>
            <a:endParaRPr lang="ko-KR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540000" y="432000"/>
            <a:ext cx="11113200" cy="53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b="1" dirty="0">
                <a:solidFill>
                  <a:srgbClr val="9F24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/ 사내 지식 기반 제안서 작성</a:t>
            </a:r>
            <a:endParaRPr lang="ko-KR" sz="2800" dirty="0"/>
          </a:p>
        </p:txBody>
      </p:sp>
      <p:sp>
        <p:nvSpPr>
          <p:cNvPr id="3" name="본문"/>
          <p:cNvSpPr/>
          <p:nvPr/>
        </p:nvSpPr>
        <p:spPr>
          <a:xfrm>
            <a:off x="540000" y="1259975"/>
            <a:ext cx="1111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자료에서 관련 근거와 기존 제안 사례를 찾습니다.</a:t>
            </a:r>
            <a:endParaRPr lang="ko-KR" sz="1000" dirty="0"/>
          </a:p>
        </p:txBody>
      </p:sp>
      <p:sp>
        <p:nvSpPr>
          <p:cNvPr id="4" name="본문"/>
          <p:cNvSpPr/>
          <p:nvPr/>
        </p:nvSpPr>
        <p:spPr>
          <a:xfrm>
            <a:off x="540000" y="1571350"/>
            <a:ext cx="1111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목차별 목적에 따라 초안을 작성하고 출처를 함께 남깁니다.</a:t>
            </a:r>
            <a:endParaRPr lang="ko-KR" sz="1000" dirty="0"/>
          </a:p>
        </p:txBody>
      </p:sp>
      <p:sp>
        <p:nvSpPr>
          <p:cNvPr id="5" name="본문"/>
          <p:cNvSpPr/>
          <p:nvPr/>
        </p:nvSpPr>
        <p:spPr>
          <a:xfrm>
            <a:off x="540000" y="1882725"/>
            <a:ext cx="1111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담당자는 사실과 표현을 검토한 뒤 최종본을 확정합니다.</a:t>
            </a:r>
            <a:endParaRPr lang="ko-KR" sz="1000" dirty="0"/>
          </a:p>
        </p:txBody>
      </p:sp>
      <p:sp>
        <p:nvSpPr>
          <p:cNvPr id="6" name="본문"/>
          <p:cNvSpPr/>
          <p:nvPr/>
        </p:nvSpPr>
        <p:spPr>
          <a:xfrm>
            <a:off x="540000" y="2302100"/>
            <a:ext cx="1111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KPC Skill PoC 테스트 콘텐츠 (실제 사업 수치 아님)</a:t>
            </a:r>
            <a:endParaRPr lang="ko-KR" sz="1000" dirty="0"/>
          </a:p>
        </p:txBody>
      </p:sp>
      <p:sp>
        <p:nvSpPr>
          <p:cNvPr id="7" name="페이지 정보"/>
          <p:cNvSpPr/>
          <p:nvPr/>
        </p:nvSpPr>
        <p:spPr>
          <a:xfrm>
            <a:off x="540000" y="6354000"/>
            <a:ext cx="1111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· 부록    6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업명"/>
          <p:cNvSpPr/>
          <p:nvPr/>
        </p:nvSpPr>
        <p:spPr>
          <a:xfrm>
            <a:off x="720000" y="1984500"/>
            <a:ext cx="10753200" cy="90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ko-KR" altLang="en-US" sz="48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지식 기반 제안서 작성</a:t>
            </a:r>
            <a:endParaRPr lang="ko-KR" sz="4800" dirty="0"/>
          </a:p>
        </p:txBody>
      </p:sp>
      <p:sp>
        <p:nvSpPr>
          <p:cNvPr id="3" name="본문"/>
          <p:cNvSpPr/>
          <p:nvPr/>
        </p:nvSpPr>
        <p:spPr>
          <a:xfrm>
            <a:off x="720000" y="3321600"/>
            <a:ext cx="1075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근거와 일관된 서식으로 초안을 만듭니다.</a:t>
            </a:r>
            <a:endParaRPr lang="ko-KR" sz="1600" dirty="0"/>
          </a:p>
        </p:txBody>
      </p:sp>
      <p:sp>
        <p:nvSpPr>
          <p:cNvPr id="4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표지    1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720000" y="540000"/>
            <a:ext cx="10753200" cy="6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2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/ 사내 지식 기반 제안서 작성</a:t>
            </a:r>
            <a:endParaRPr lang="ko-KR" sz="3200" dirty="0"/>
          </a:p>
        </p:txBody>
      </p:sp>
      <p:sp>
        <p:nvSpPr>
          <p:cNvPr id="3" name="목차 항목"/>
          <p:cNvSpPr/>
          <p:nvPr/>
        </p:nvSpPr>
        <p:spPr>
          <a:xfrm>
            <a:off x="720000" y="1585000"/>
            <a:ext cx="1003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  사업 이해</a:t>
            </a:r>
            <a:endParaRPr lang="ko-KR" sz="1600" dirty="0"/>
          </a:p>
        </p:txBody>
      </p:sp>
      <p:sp>
        <p:nvSpPr>
          <p:cNvPr id="4" name="목차 페이지 번호"/>
          <p:cNvSpPr/>
          <p:nvPr/>
        </p:nvSpPr>
        <p:spPr>
          <a:xfrm>
            <a:off x="10753200" y="1585000"/>
            <a:ext cx="7200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60000"/>
              </a:lnSpc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1600" dirty="0"/>
          </a:p>
        </p:txBody>
      </p:sp>
      <p:sp>
        <p:nvSpPr>
          <p:cNvPr id="5" name="목차 항목"/>
          <p:cNvSpPr/>
          <p:nvPr/>
        </p:nvSpPr>
        <p:spPr>
          <a:xfrm>
            <a:off x="720000" y="2237200"/>
            <a:ext cx="1003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  추진 전략</a:t>
            </a:r>
            <a:endParaRPr lang="ko-KR" sz="1600" dirty="0"/>
          </a:p>
        </p:txBody>
      </p:sp>
      <p:sp>
        <p:nvSpPr>
          <p:cNvPr id="6" name="목차 페이지 번호"/>
          <p:cNvSpPr/>
          <p:nvPr/>
        </p:nvSpPr>
        <p:spPr>
          <a:xfrm>
            <a:off x="10753200" y="2237200"/>
            <a:ext cx="7200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60000"/>
              </a:lnSpc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1600" dirty="0"/>
          </a:p>
        </p:txBody>
      </p:sp>
      <p:sp>
        <p:nvSpPr>
          <p:cNvPr id="7" name="목차 항목"/>
          <p:cNvSpPr/>
          <p:nvPr/>
        </p:nvSpPr>
        <p:spPr>
          <a:xfrm>
            <a:off x="720000" y="2889400"/>
            <a:ext cx="1003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  수행 계획</a:t>
            </a:r>
            <a:endParaRPr lang="ko-KR" sz="1600" dirty="0"/>
          </a:p>
        </p:txBody>
      </p:sp>
      <p:sp>
        <p:nvSpPr>
          <p:cNvPr id="8" name="목차 페이지 번호"/>
          <p:cNvSpPr/>
          <p:nvPr/>
        </p:nvSpPr>
        <p:spPr>
          <a:xfrm>
            <a:off x="10753200" y="2889400"/>
            <a:ext cx="7200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60000"/>
              </a:lnSpc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sz="1600" dirty="0"/>
          </a:p>
        </p:txBody>
      </p:sp>
      <p:sp>
        <p:nvSpPr>
          <p:cNvPr id="9" name="목차 항목"/>
          <p:cNvSpPr/>
          <p:nvPr/>
        </p:nvSpPr>
        <p:spPr>
          <a:xfrm>
            <a:off x="720000" y="3541600"/>
            <a:ext cx="100332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  기대 효과</a:t>
            </a:r>
            <a:endParaRPr lang="ko-KR" sz="1600" dirty="0"/>
          </a:p>
        </p:txBody>
      </p:sp>
      <p:sp>
        <p:nvSpPr>
          <p:cNvPr id="10" name="목차 페이지 번호"/>
          <p:cNvSpPr/>
          <p:nvPr/>
        </p:nvSpPr>
        <p:spPr>
          <a:xfrm>
            <a:off x="10753200" y="3541600"/>
            <a:ext cx="72000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60000"/>
              </a:lnSpc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sz="1600" dirty="0"/>
          </a:p>
        </p:txBody>
      </p:sp>
      <p:sp>
        <p:nvSpPr>
          <p:cNvPr id="11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목차    2</a:t>
            </a:r>
            <a:endParaRPr lang="ko-KR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장 제목"/>
          <p:cNvSpPr/>
          <p:nvPr/>
        </p:nvSpPr>
        <p:spPr>
          <a:xfrm>
            <a:off x="720000" y="1984500"/>
            <a:ext cx="10753200" cy="7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36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전략</a:t>
            </a:r>
            <a:endParaRPr lang="ko-KR" sz="3600" dirty="0"/>
          </a:p>
        </p:txBody>
      </p:sp>
      <p:sp>
        <p:nvSpPr>
          <p:cNvPr id="3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간지    3</a:t>
            </a:r>
            <a:endParaRPr lang="ko-KR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720000" y="540000"/>
            <a:ext cx="10753200" cy="6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2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/ 사내 지식 기반 제안서 작성</a:t>
            </a:r>
            <a:endParaRPr lang="ko-KR" sz="3200" dirty="0"/>
          </a:p>
        </p:txBody>
      </p:sp>
      <p:sp>
        <p:nvSpPr>
          <p:cNvPr id="3" name="리딩 메시지"/>
          <p:cNvSpPr/>
          <p:nvPr/>
        </p:nvSpPr>
        <p:spPr>
          <a:xfrm>
            <a:off x="720000" y="1585000"/>
            <a:ext cx="10753200" cy="5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2000" b="1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근거와 일관된 서식으로 초안을 만듭니다.</a:t>
            </a:r>
            <a:endParaRPr lang="ko-KR" sz="2000" dirty="0"/>
          </a:p>
        </p:txBody>
      </p:sp>
      <p:sp>
        <p:nvSpPr>
          <p:cNvPr id="4" name="본문"/>
          <p:cNvSpPr/>
          <p:nvPr/>
        </p:nvSpPr>
        <p:spPr>
          <a:xfrm>
            <a:off x="720000" y="2338800"/>
            <a:ext cx="591426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자료에서 관련 근거와 기존 제안 사례를 찾습니다.</a:t>
            </a:r>
            <a:endParaRPr lang="ko-KR" sz="1600" dirty="0"/>
          </a:p>
        </p:txBody>
      </p:sp>
      <p:sp>
        <p:nvSpPr>
          <p:cNvPr id="5" name="본문"/>
          <p:cNvSpPr/>
          <p:nvPr/>
        </p:nvSpPr>
        <p:spPr>
          <a:xfrm>
            <a:off x="720000" y="2901000"/>
            <a:ext cx="591426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목차별 목적에 따라 초안을 작성하고 출처를 함께 남깁니다.</a:t>
            </a:r>
            <a:endParaRPr lang="ko-KR" sz="1600" dirty="0"/>
          </a:p>
        </p:txBody>
      </p:sp>
      <p:sp>
        <p:nvSpPr>
          <p:cNvPr id="6" name="본문"/>
          <p:cNvSpPr/>
          <p:nvPr/>
        </p:nvSpPr>
        <p:spPr>
          <a:xfrm>
            <a:off x="720000" y="3463200"/>
            <a:ext cx="5914260" cy="4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000"/>
              </a:spcAft>
              <a:buNone/>
            </a:pPr>
            <a:r>
              <a:rPr lang="ko-KR" altLang="en-US" sz="16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담당자는 사실과 표현을 검토한 뒤 최종본을 확정합니다.</a:t>
            </a:r>
            <a:endParaRPr lang="ko-KR" sz="1600" dirty="0"/>
          </a:p>
        </p:txBody>
      </p:sp>
      <p:sp>
        <p:nvSpPr>
          <p:cNvPr id="7" name="배치 도형 1"/>
          <p:cNvSpPr/>
          <p:nvPr/>
        </p:nvSpPr>
        <p:spPr>
          <a:xfrm>
            <a:off x="7440750" y="2661800"/>
            <a:ext cx="4032450" cy="792000"/>
          </a:xfrm>
          <a:prstGeom prst="rect">
            <a:avLst/>
          </a:prstGeom>
          <a:solidFill>
            <a:srgbClr val="FAF1F2"/>
          </a:solidFill>
          <a:ln w="12700">
            <a:solidFill>
              <a:srgbClr val="C9828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ko-KR" altLang="en-US" sz="1600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검색</a:t>
            </a:r>
            <a:endParaRPr lang="ko-KR" sz="1600" dirty="0"/>
          </a:p>
        </p:txBody>
      </p:sp>
      <p:pic>
        <p:nvPicPr>
          <p:cNvPr id="8" name="이미지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40750" y="3561800"/>
            <a:ext cx="4032450" cy="1224000"/>
          </a:xfrm>
          <a:prstGeom prst="rect">
            <a:avLst/>
          </a:prstGeom>
        </p:spPr>
      </p:pic>
      <p:sp>
        <p:nvSpPr>
          <p:cNvPr id="9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본문    4</a:t>
            </a:r>
            <a:endParaRPr lang="ko-KR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720000" y="540000"/>
            <a:ext cx="10753200" cy="6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2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중심 / 사내 지식 기반 제안서 작성</a:t>
            </a:r>
            <a:endParaRPr lang="ko-KR" sz="3200" dirty="0"/>
          </a:p>
        </p:txBody>
      </p:sp>
      <p:sp>
        <p:nvSpPr>
          <p:cNvPr id="3" name="리딩 메시지"/>
          <p:cNvSpPr/>
          <p:nvPr/>
        </p:nvSpPr>
        <p:spPr>
          <a:xfrm>
            <a:off x="720000" y="1585000"/>
            <a:ext cx="10753200" cy="4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ko-KR" altLang="en-US" sz="2000" b="1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근거와 일관된 서식으로 초안을 만듭니다.</a:t>
            </a:r>
            <a:endParaRPr lang="ko-KR" sz="2000" dirty="0"/>
          </a:p>
        </p:txBody>
      </p:sp>
      <p:graphicFrame>
        <p:nvGraphicFramePr>
          <p:cNvPr id="12" name="편집 가능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000" y="2409800"/>
          <a:ext cx="10753200" cy="3456000"/>
        </p:xfrm>
        <a:graphic>
          <a:graphicData uri="http://schemas.openxmlformats.org/drawingml/2006/table">
            <a:tbl>
              <a:tblPr/>
              <a:tblGrid>
                <a:gridCol w="1922338"/>
                <a:gridCol w="3293204"/>
                <a:gridCol w="3233276"/>
                <a:gridCol w="2304382"/>
              </a:tblGrid>
              <a:tr h="432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수행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(천원)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표 중심    5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720000" y="540000"/>
            <a:ext cx="10753200" cy="6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2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중심 · 이어서 / 사내 지식 기반 제안서 작성</a:t>
            </a:r>
            <a:endParaRPr lang="ko-KR" sz="3200" dirty="0"/>
          </a:p>
        </p:txBody>
      </p:sp>
      <p:graphicFrame>
        <p:nvGraphicFramePr>
          <p:cNvPr id="13" name="편집 가능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000" y="1585000"/>
          <a:ext cx="10753200" cy="3888000"/>
        </p:xfrm>
        <a:graphic>
          <a:graphicData uri="http://schemas.openxmlformats.org/drawingml/2006/table">
            <a:tbl>
              <a:tblPr/>
              <a:tblGrid>
                <a:gridCol w="1922338"/>
                <a:gridCol w="3293204"/>
                <a:gridCol w="3233276"/>
                <a:gridCol w="2304382"/>
              </a:tblGrid>
              <a:tr h="432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수행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(천원)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13200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14400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15600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16800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4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표 중심    6</a:t>
            </a:r>
            <a:endParaRPr lang="ko-KR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720000" y="540000"/>
            <a:ext cx="10753200" cy="6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2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중심 · 이어서 / 사내 지식 기반 제안서 작성</a:t>
            </a:r>
            <a:endParaRPr lang="ko-KR" sz="3200" dirty="0"/>
          </a:p>
        </p:txBody>
      </p:sp>
      <p:graphicFrame>
        <p:nvGraphicFramePr>
          <p:cNvPr id="14" name="편집 가능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000" y="1585000"/>
          <a:ext cx="10753200" cy="1728000"/>
        </p:xfrm>
        <a:graphic>
          <a:graphicData uri="http://schemas.openxmlformats.org/drawingml/2006/table">
            <a:tbl>
              <a:tblPr/>
              <a:tblGrid>
                <a:gridCol w="1922338"/>
                <a:gridCol w="3293204"/>
                <a:gridCol w="3233276"/>
                <a:gridCol w="2304382"/>
              </a:tblGrid>
              <a:tr h="43200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수행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(천원)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43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19200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20400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21600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2633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44000" marR="144000" marT="72000" marB="72000" anchor="ctr"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표 중심    7</a:t>
            </a:r>
            <a:endParaRPr lang="ko-K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/>
          <p:nvPr/>
        </p:nvSpPr>
        <p:spPr>
          <a:xfrm>
            <a:off x="720000" y="540000"/>
            <a:ext cx="10753200" cy="6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200" b="1" dirty="0">
                <a:solidFill>
                  <a:srgbClr val="9F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/ 사내 지식 기반 제안서 작성</a:t>
            </a:r>
            <a:endParaRPr lang="ko-KR" sz="3200" dirty="0"/>
          </a:p>
        </p:txBody>
      </p:sp>
      <p:sp>
        <p:nvSpPr>
          <p:cNvPr id="3" name="본문"/>
          <p:cNvSpPr/>
          <p:nvPr/>
        </p:nvSpPr>
        <p:spPr>
          <a:xfrm>
            <a:off x="720000" y="1585000"/>
            <a:ext cx="1075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자료에서 관련 근거와 기존 제안 사례를 찾습니다.</a:t>
            </a:r>
            <a:endParaRPr lang="ko-KR" sz="1000" dirty="0"/>
          </a:p>
        </p:txBody>
      </p:sp>
      <p:sp>
        <p:nvSpPr>
          <p:cNvPr id="4" name="본문"/>
          <p:cNvSpPr/>
          <p:nvPr/>
        </p:nvSpPr>
        <p:spPr>
          <a:xfrm>
            <a:off x="720000" y="1947175"/>
            <a:ext cx="1075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목차별 목적에 따라 초안을 작성하고 출처를 함께 남깁니다.</a:t>
            </a:r>
            <a:endParaRPr lang="ko-KR" sz="1000" dirty="0"/>
          </a:p>
        </p:txBody>
      </p:sp>
      <p:sp>
        <p:nvSpPr>
          <p:cNvPr id="5" name="본문"/>
          <p:cNvSpPr/>
          <p:nvPr/>
        </p:nvSpPr>
        <p:spPr>
          <a:xfrm>
            <a:off x="720000" y="2309350"/>
            <a:ext cx="1075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담당자는 사실과 표현을 검토한 뒤 최종본을 확정합니다.</a:t>
            </a:r>
            <a:endParaRPr lang="ko-KR" sz="1000" dirty="0"/>
          </a:p>
        </p:txBody>
      </p:sp>
      <p:sp>
        <p:nvSpPr>
          <p:cNvPr id="6" name="본문"/>
          <p:cNvSpPr/>
          <p:nvPr/>
        </p:nvSpPr>
        <p:spPr>
          <a:xfrm>
            <a:off x="720000" y="2779525"/>
            <a:ext cx="10753200" cy="235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ko-KR" altLang="en-US" sz="1000" dirty="0">
                <a:solidFill>
                  <a:srgbClr val="2633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KPC Skill PoC 테스트 콘텐츠 (실제 사업 수치 아님)</a:t>
            </a:r>
            <a:endParaRPr lang="ko-KR" sz="1000" dirty="0"/>
          </a:p>
        </p:txBody>
      </p:sp>
      <p:sp>
        <p:nvSpPr>
          <p:cNvPr id="7" name="페이지 정보"/>
          <p:cNvSpPr/>
          <p:nvPr/>
        </p:nvSpPr>
        <p:spPr>
          <a:xfrm>
            <a:off x="720000" y="6174000"/>
            <a:ext cx="107532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7883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· 부록    8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전체 설정 검증 · 기준</dc:title>
  <dc:subject>전체 Skill 규칙 적용 검증</dc:subject>
  <dc:creator>KPC Skill PoC</dc:creator>
  <cp:lastModifiedBy>KPC Skill PoC</cp:lastModifiedBy>
  <cp:revision>1</cp:revision>
  <dcterms:created xsi:type="dcterms:W3CDTF">2026-10-26T04:17:08Z</dcterms:created>
  <dcterms:modified xsi:type="dcterms:W3CDTF">2026-10-26T04:17:08Z</dcterms:modified>
</cp:coreProperties>
</file>